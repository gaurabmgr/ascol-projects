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6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0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1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8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0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2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6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2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4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0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1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C7319-8EDA-4282-B6ED-8D04A42EC5F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CB4B0-53C1-4027-B4A5-C8C03A99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6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1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2025-01-31T01:35:07Z</dcterms:created>
  <dcterms:modified xsi:type="dcterms:W3CDTF">2025-01-31T01:35:18Z</dcterms:modified>
</cp:coreProperties>
</file>